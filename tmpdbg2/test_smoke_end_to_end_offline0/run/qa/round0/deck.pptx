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231c1f5e-4c56-fdf0-e2a8-777a0e85ad55}">
          <p14:sldIdLst>
            <p14:sldId id="256"/>
            <p14:sldId id="257"/>
          </p14:sldIdLst>
        </p14:section>
        <p14:section name="Cars" id="{a985de1c-87c4-d261-537b-d849cb61e46f}">
          <p14:sldIdLst>
            <p14:sldId id="258"/>
          </p14:sldIdLst>
        </p14:section>
        <p14:section name="End" id="{3bd8c14d-87c8-23f6-d885-75bf997e31c4}">
          <p14:sldIdLst>
            <p14:sldId id="259"/>
          </p14:sldIdLst>
        </p14:section>
        <p14:section name="Sources" id="{a5e59ed3-7a76-f8ab-ce5a-44f07e01fca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fans. Explain Group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goes here. It has two sentences.
Sources: f01 Page 0 (https://www.wrc.com/p/00); f02 Page 1 (https://www.topgear.com/p/01)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goes here. It has two sentences.
Sources: f05 Page 0 (https://www.wrc.com/p/20); f06 Page 1 (https://www.topgear.com/p/21)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goes here. It has two sentences.
Sources: f01 Page 0 (https://www.wrc.com/p/00); f02 Page 1 (https://www.topgear.com/p/01)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actually used in this deck. Retrieval dates are in findings.json.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9494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2336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deckgen</a:t>
            </a:r>
            <a:endParaRPr lang="en-US" sz="1000" dirty="0"/>
          </a:p>
        </p:txBody>
      </p:sp>
      <p:pic>
        <p:nvPicPr>
          <p:cNvPr id="5" name="Image 0" descr="brand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874520"/>
            <a:ext cx="3108960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960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COMMENTAR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chart" hasCustomPrompt="1"/>
          </p:nvPr>
        </p:nvSpPr>
        <p:spPr>
          <a:xfrm>
            <a:off x="548640" y="1508760"/>
            <a:ext cx="6949440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772400" y="1508760"/>
            <a:ext cx="3870655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5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TEX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772400" y="1508760"/>
            <a:ext cx="3870655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548640" y="1508760"/>
            <a:ext cx="11094415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749808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deckgen</a:t>
            </a:r>
            <a:endParaRPr lang="en-US" sz="1000" dirty="0"/>
          </a:p>
        </p:txBody>
      </p:sp>
      <p:pic>
        <p:nvPicPr>
          <p:cNvPr id="5" name="Image 0" descr="brand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874520"/>
            <a:ext cx="3108960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deckgen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Group 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2336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Explain Group B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ideas shaped the cars</a:t>
            </a:r>
            <a:endParaRPr lang="en-US" sz="2800" dirty="0"/>
          </a:p>
        </p:txBody>
      </p:sp>
      <p:sp>
        <p:nvSpPr>
          <p:cNvPr id="3" name="Card 1 panel"/>
          <p:cNvSpPr/>
          <p:nvPr/>
        </p:nvSpPr>
        <p:spPr>
          <a:xfrm>
            <a:off x="548640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4" name="Card 1 circl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ard 1 icon" descr="FaCarSid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Card 1 heading"/>
          <p:cNvSpPr txBox="1"/>
          <p:nvPr/>
        </p:nvSpPr>
        <p:spPr>
          <a:xfrm>
            <a:off x="822960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Idea 0</a:t>
            </a:r>
            <a:endParaRPr lang="en-US" sz="1800" dirty="0"/>
          </a:p>
        </p:txBody>
      </p:sp>
      <p:sp>
        <p:nvSpPr>
          <p:cNvPr id="7" name="Card 1 body"/>
          <p:cNvSpPr txBox="1"/>
          <p:nvPr/>
        </p:nvSpPr>
        <p:spPr>
          <a:xfrm>
            <a:off x="822960" y="301752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Rule 0: builders needed 200 road cars in 1982.</a:t>
            </a:r>
            <a:endParaRPr lang="en-US" sz="1600" dirty="0"/>
          </a:p>
        </p:txBody>
      </p:sp>
      <p:sp>
        <p:nvSpPr>
          <p:cNvPr id="8" name="Card 2 panel"/>
          <p:cNvSpPr/>
          <p:nvPr/>
        </p:nvSpPr>
        <p:spPr>
          <a:xfrm>
            <a:off x="4338218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9" name="Card 2 circle"/>
          <p:cNvSpPr/>
          <p:nvPr/>
        </p:nvSpPr>
        <p:spPr>
          <a:xfrm>
            <a:off x="4612538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rd 2 icon" descr="FaCarSid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558" y="1943100"/>
            <a:ext cx="320040" cy="320040"/>
          </a:xfrm>
          <a:prstGeom prst="rect">
            <a:avLst/>
          </a:prstGeom>
        </p:spPr>
      </p:pic>
      <p:sp>
        <p:nvSpPr>
          <p:cNvPr id="11" name="Card 2 heading"/>
          <p:cNvSpPr txBox="1"/>
          <p:nvPr/>
        </p:nvSpPr>
        <p:spPr>
          <a:xfrm>
            <a:off x="4612538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Idea 1</a:t>
            </a:r>
            <a:endParaRPr lang="en-US" sz="1800" dirty="0"/>
          </a:p>
        </p:txBody>
      </p:sp>
      <p:sp>
        <p:nvSpPr>
          <p:cNvPr id="12" name="Card 2 body"/>
          <p:cNvSpPr txBox="1"/>
          <p:nvPr/>
        </p:nvSpPr>
        <p:spPr>
          <a:xfrm>
            <a:off x="4612538" y="301752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Rule 1: builders needed 200 road cars in 1982.</a:t>
            </a:r>
            <a:endParaRPr lang="en-US" sz="1600" dirty="0"/>
          </a:p>
        </p:txBody>
      </p:sp>
      <p:sp>
        <p:nvSpPr>
          <p:cNvPr id="13" name="Card 3 panel"/>
          <p:cNvSpPr/>
          <p:nvPr/>
        </p:nvSpPr>
        <p:spPr>
          <a:xfrm>
            <a:off x="8127797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4" name="Card 3 circle"/>
          <p:cNvSpPr/>
          <p:nvPr/>
        </p:nvSpPr>
        <p:spPr>
          <a:xfrm>
            <a:off x="8402117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Card 3 icon" descr="FaCarSid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137" y="1943100"/>
            <a:ext cx="320040" cy="320040"/>
          </a:xfrm>
          <a:prstGeom prst="rect">
            <a:avLst/>
          </a:prstGeom>
        </p:spPr>
      </p:pic>
      <p:sp>
        <p:nvSpPr>
          <p:cNvPr id="16" name="Card 3 heading"/>
          <p:cNvSpPr txBox="1"/>
          <p:nvPr/>
        </p:nvSpPr>
        <p:spPr>
          <a:xfrm>
            <a:off x="8402117" y="25603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Idea 2</a:t>
            </a:r>
            <a:endParaRPr lang="en-US" sz="1800" dirty="0"/>
          </a:p>
        </p:txBody>
      </p:sp>
      <p:sp>
        <p:nvSpPr>
          <p:cNvPr id="17" name="Card 3 body"/>
          <p:cNvSpPr txBox="1"/>
          <p:nvPr/>
        </p:nvSpPr>
        <p:spPr>
          <a:xfrm>
            <a:off x="8402117" y="3017520"/>
            <a:ext cx="296661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Rule 2: builders needed 200 road cars in 1982.</a:t>
            </a:r>
            <a:endParaRPr lang="en-US" sz="1600" dirty="0"/>
          </a:p>
        </p:txBody>
      </p:sp>
      <p:sp>
        <p:nvSpPr>
          <p:cNvPr id="18" name="Source caption"/>
          <p:cNvSpPr txBox="1"/>
          <p:nvPr/>
        </p:nvSpPr>
        <p:spPr>
          <a:xfrm>
            <a:off x="548640" y="6126480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wrc.com, topgear.com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dates and numbers define the era</a:t>
            </a:r>
            <a:endParaRPr lang="en-US" sz="2800" dirty="0"/>
          </a:p>
        </p:txBody>
      </p:sp>
      <p:sp>
        <p:nvSpPr>
          <p:cNvPr id="3" name="Stat 1 panel"/>
          <p:cNvSpPr/>
          <p:nvPr/>
        </p:nvSpPr>
        <p:spPr>
          <a:xfrm>
            <a:off x="548640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4" name="Stat 1 value"/>
          <p:cNvSpPr txBox="1"/>
          <p:nvPr/>
        </p:nvSpPr>
        <p:spPr>
          <a:xfrm>
            <a:off x="822960" y="19659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200</a:t>
            </a:r>
            <a:endParaRPr lang="en-US" sz="6000" dirty="0"/>
          </a:p>
        </p:txBody>
      </p:sp>
      <p:sp>
        <p:nvSpPr>
          <p:cNvPr id="5" name="Stat 1 label"/>
          <p:cNvSpPr txBox="1"/>
          <p:nvPr/>
        </p:nvSpPr>
        <p:spPr>
          <a:xfrm>
            <a:off x="822960" y="3291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Road cars needed</a:t>
            </a:r>
            <a:endParaRPr lang="en-US" sz="1800" dirty="0"/>
          </a:p>
        </p:txBody>
      </p:sp>
      <p:sp>
        <p:nvSpPr>
          <p:cNvPr id="6" name="Stat 2 panel"/>
          <p:cNvSpPr/>
          <p:nvPr/>
        </p:nvSpPr>
        <p:spPr>
          <a:xfrm>
            <a:off x="4338218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7" name="Stat 2 value"/>
          <p:cNvSpPr txBox="1"/>
          <p:nvPr/>
        </p:nvSpPr>
        <p:spPr>
          <a:xfrm>
            <a:off x="4612538" y="19659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1982</a:t>
            </a:r>
            <a:endParaRPr lang="en-US" sz="6000" dirty="0"/>
          </a:p>
        </p:txBody>
      </p:sp>
      <p:sp>
        <p:nvSpPr>
          <p:cNvPr id="8" name="Stat 2 label"/>
          <p:cNvSpPr txBox="1"/>
          <p:nvPr/>
        </p:nvSpPr>
        <p:spPr>
          <a:xfrm>
            <a:off x="4612538" y="3291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Group B begins</a:t>
            </a:r>
            <a:endParaRPr lang="en-US" sz="1800" dirty="0"/>
          </a:p>
        </p:txBody>
      </p:sp>
      <p:sp>
        <p:nvSpPr>
          <p:cNvPr id="9" name="Stat 3 panel"/>
          <p:cNvSpPr/>
          <p:nvPr/>
        </p:nvSpPr>
        <p:spPr>
          <a:xfrm>
            <a:off x="8127797" y="1508760"/>
            <a:ext cx="3515258" cy="356616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</p:spPr>
      </p:sp>
      <p:sp>
        <p:nvSpPr>
          <p:cNvPr id="10" name="Stat 3 value"/>
          <p:cNvSpPr txBox="1"/>
          <p:nvPr/>
        </p:nvSpPr>
        <p:spPr>
          <a:xfrm>
            <a:off x="8402117" y="196596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1986</a:t>
            </a:r>
            <a:endParaRPr lang="en-US" sz="6000" dirty="0"/>
          </a:p>
        </p:txBody>
      </p:sp>
      <p:sp>
        <p:nvSpPr>
          <p:cNvPr id="11" name="Stat 3 label"/>
          <p:cNvSpPr txBox="1"/>
          <p:nvPr/>
        </p:nvSpPr>
        <p:spPr>
          <a:xfrm>
            <a:off x="8402117" y="32918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Class banned</a:t>
            </a:r>
            <a:endParaRPr lang="en-US" sz="1800" dirty="0"/>
          </a:p>
        </p:txBody>
      </p:sp>
      <p:sp>
        <p:nvSpPr>
          <p:cNvPr id="12" name="Source caption"/>
          <p:cNvSpPr txBox="1"/>
          <p:nvPr/>
        </p:nvSpPr>
        <p:spPr>
          <a:xfrm>
            <a:off x="548640" y="6126480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wrc.com, topgear.com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to remember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7498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Rules invited radical cars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Speed outran safety</a:t>
            </a:r>
            <a:endParaRPr lang="en-US" sz="20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legacy endures</a:t>
            </a:r>
            <a:endParaRPr lang="en-US" sz="2000" dirty="0"/>
          </a:p>
        </p:txBody>
      </p:sp>
      <p:sp>
        <p:nvSpPr>
          <p:cNvPr id="4" name="Source caption"/>
          <p:cNvSpPr txBox="1"/>
          <p:nvPr/>
        </p:nvSpPr>
        <p:spPr>
          <a:xfrm>
            <a:off x="548640" y="6126480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Source: wrc.com, topgear.com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Sources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0 (wrc.com)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1 (topgear.com)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0 (wrc.com)</a:t>
            </a:r>
            <a:endParaRPr lang="en-US" sz="1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Page 1 (topgear.com)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genDefault">
  <a:themeElements>
    <a:clrScheme name="DeckgenDefault">
      <a:dk1>
        <a:srgbClr val="1A1D23"/>
      </a:dk1>
      <a:lt1>
        <a:srgbClr val="FFFFFF"/>
      </a:lt1>
      <a:dk2>
        <a:srgbClr val="10213B"/>
      </a:dk2>
      <a:lt2>
        <a:srgbClr val="F1F3F6"/>
      </a:lt2>
      <a:accent1>
        <a:srgbClr val="1F3A5F"/>
      </a:accent1>
      <a:accent2>
        <a:srgbClr val="E4572E"/>
      </a:accent2>
      <a:accent3>
        <a:srgbClr val="6B7A8F"/>
      </a:accent3>
      <a:accent4>
        <a:srgbClr val="F2A541"/>
      </a:accent4>
      <a:accent5>
        <a:srgbClr val="3E8E7E"/>
      </a:accent5>
      <a:accent6>
        <a:srgbClr val="8E5572"/>
      </a:accent6>
      <a:hlink>
        <a:srgbClr val="1F6FEB"/>
      </a:hlink>
      <a:folHlink>
        <a:srgbClr val="6B7A8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B in brief</dc:title>
  <dc:subject>PptxGenJS Presentation</dc:subject>
  <dc:creator>PptxGenJS</dc:creator>
  <cp:lastModifiedBy>PptxGenJS</cp:lastModifiedBy>
  <cp:revision>1</cp:revision>
  <dcterms:created xsi:type="dcterms:W3CDTF">2026-10-26T07:05:32Z</dcterms:created>
  <dcterms:modified xsi:type="dcterms:W3CDTF">2026-10-26T07:05:32Z</dcterms:modified>
</cp:coreProperties>
</file>